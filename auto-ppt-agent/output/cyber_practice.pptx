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  <a:latin typeface="Calibri"/>
              </a:defRPr>
            </a:pPr>
            <a:r>
              <a:rPr sz="3600" b="1">
                <a:solidFill>
                  <a:srgbClr val="1F497D"/>
                </a:solidFill>
                <a:latin typeface="Calibri"/>
              </a:rPr>
              <a:t>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595959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  <a:latin typeface="Calibri"/>
              </a:defRPr>
            </a:pPr>
            <a:r>
              <a:rPr sz="2800" b="1">
                <a:solidFill>
                  <a:srgbClr val="1F497D"/>
                </a:solidFill>
                <a:latin typeface="Calibri"/>
              </a:rPr>
              <a:t>Introduction to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Cybersecurity protects systems, networks, and data from digital attacks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Ensures confidentiality, integrity, and availability of information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Plays a crucial role in protecting sensitive data online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Prevents unauthorized access and data breaches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Essential for individuals, organizations, and governments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  <a:latin typeface="Calibri"/>
              </a:defRPr>
            </a:pPr>
            <a:r>
              <a:rPr sz="2800" b="1">
                <a:solidFill>
                  <a:srgbClr val="1F497D"/>
                </a:solidFill>
                <a:latin typeface="Calibri"/>
              </a:rPr>
              <a:t>Common Cyber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Malware is malicious software designed to damage or steal data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Phishing attacks trick users into revealing personal information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Ransomware locks data and demands payment for access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Denial-of-service attacks disrupt system availability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Insider threats come from authorized users misusing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  <a:latin typeface="Calibri"/>
              </a:defRPr>
            </a:pPr>
            <a:r>
              <a:rPr sz="2800" b="1">
                <a:solidFill>
                  <a:srgbClr val="1F497D"/>
                </a:solidFill>
                <a:latin typeface="Calibri"/>
              </a:rPr>
              <a:t>Cybersecurity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Use strong and unique passwords to secure accounts and systems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Enable multi-factor authentication for enhanced security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Regularly update software to fix security vulnerabilities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Avoid clicking on suspicious links or unknown attachments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Use antivirus and firewall protection for threat prevention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Backup important data regularly to prevent data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