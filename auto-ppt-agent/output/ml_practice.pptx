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C8C8C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Machine learning enables systems to learn automatically from data without explicit programming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It focuses on building algorithms that improve performance over time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Uses statistical techniques to identify patterns and relationships in data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Plays a key role in modern artificial intelligence systems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Widely used across industries for automation and prediction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Supervised learning uses labeled data to train models for prediction tasks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Unsupervised learning discovers hidden patterns in unlabeled datasets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Reinforcement learning trains models using rewards and penalties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Semi-supervised learning combines labeled and unlabeled data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Each type is used based on the nature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64B5F6"/>
                </a:solidFill>
                <a:latin typeface="Calibri"/>
              </a:defRPr>
            </a:pPr>
            <a:r>
              <a:rPr sz="2800" b="1">
                <a:solidFill>
                  <a:srgbClr val="64B5F6"/>
                </a:solidFill>
                <a:latin typeface="Calibri"/>
              </a:rP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Used in recommendation systems like Netflix and Amazon for personalization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Helps detect fraudulent transactions in banking and financial systems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Applied in image and speech recognition technologies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Supports predictive analytics for business decision-making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Used in healthcare to predict diseases and improve diagnosis</a:t>
            </a:r>
          </a:p>
          <a:p>
            <a:pPr>
              <a:defRPr sz="1800">
                <a:solidFill>
                  <a:srgbClr val="E0E0E0"/>
                </a:solidFill>
                <a:latin typeface="Calibri"/>
              </a:defRPr>
            </a:pPr>
            <a:r>
              <a:rPr sz="1800">
                <a:solidFill>
                  <a:srgbClr val="E0E0E0"/>
                </a:solidFill>
                <a:latin typeface="Calibri"/>
              </a:rPr>
              <a:t>Enables automation in industries using intelligent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