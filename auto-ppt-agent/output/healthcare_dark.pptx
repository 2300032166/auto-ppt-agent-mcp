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AI in Healthcare Diagnosis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>
                <a:solidFill>
                  <a:srgbClr val="C8C8C8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64B5F6"/>
                </a:solidFill>
                <a:latin typeface="Calibri"/>
              </a:defRPr>
            </a:pPr>
            <a:r>
              <a:rPr sz="2800" b="1">
                <a:solidFill>
                  <a:srgbClr val="64B5F6"/>
                </a:solidFill>
                <a:latin typeface="Calibri"/>
              </a:rPr>
              <a:t>Introduction to AI in Healthcare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AI in Healthcare Diagnosis is a transformative field shaping modern technology.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It spans techniques, tools, and frameworks across industries.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Understanding AI in Healthcare Diagnosis is essential for professionals today.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This slide introduces the core ideas behind AI in Healthcare Diagnosis.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64B5F6"/>
                </a:solidFill>
                <a:latin typeface="Calibri"/>
              </a:defRPr>
            </a:pPr>
            <a:r>
              <a:rPr sz="2800" b="1">
                <a:solidFill>
                  <a:srgbClr val="64B5F6"/>
                </a:solidFill>
                <a:latin typeface="Calibri"/>
              </a:rPr>
              <a:t>Background and History of AI in Healthcare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AI in Healthcare Diagnosis has evolved significantly over recent decades.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Early research laid foundational principles still used today.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Key milestones shaped the current state of AI in Healthcare Diagnosis.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Historical context helps explain why AI in Healthcare Diagnosis matters now.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64B5F6"/>
                </a:solidFill>
                <a:latin typeface="Calibri"/>
              </a:defRPr>
            </a:pPr>
            <a:r>
              <a:rPr sz="2800" b="1">
                <a:solidFill>
                  <a:srgbClr val="64B5F6"/>
                </a:solidFill>
                <a:latin typeface="Calibri"/>
              </a:rPr>
              <a:t>Core Concepts of AI in Healthcare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Core principles of AI in Healthcare Diagnosis focus on efficiency and precision.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Fundamental models define how data and systems interact.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Key terminology includes algorithms, frameworks, and protocols.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Mastering these concepts is critical to applying AI in Healthcare Diagnosis.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64B5F6"/>
                </a:solidFill>
                <a:latin typeface="Calibri"/>
              </a:defRPr>
            </a:pPr>
            <a:r>
              <a:rPr sz="2800" b="1">
                <a:solidFill>
                  <a:srgbClr val="64B5F6"/>
                </a:solidFill>
                <a:latin typeface="Calibri"/>
              </a:rPr>
              <a:t>Applications and Benefits of AI in Healthcare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AI in Healthcare Diagnosis is applied in healthcare, finance, and education.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Organisations use AI in Healthcare Diagnosis to improve decisions and cut costs.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Real-world deployments show measurable performance gains.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AI in Healthcare Diagnosis enables automation, scalability, and accuracy.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64B5F6"/>
                </a:solidFill>
                <a:latin typeface="Calibri"/>
              </a:defRPr>
            </a:pPr>
            <a:r>
              <a:rPr sz="2800" b="1">
                <a:solidFill>
                  <a:srgbClr val="64B5F6"/>
                </a:solidFill>
                <a:latin typeface="Calibri"/>
              </a:rPr>
              <a:t>Future of AI in Healthcare Diagnosis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The future of AI in Healthcare Diagnosis is driven by research and investment.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Emerging trends include automation, personalisation, and scale.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Ethical frameworks will guide responsible adoption of AI in Healthcare Diagnosis.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AI in Healthcare Diagnosis is set to reshape industries in the coming decade.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64B5F6"/>
                </a:solidFill>
                <a:latin typeface="Calibri"/>
              </a:defRPr>
            </a:pPr>
            <a:r>
              <a:rPr sz="2800" b="1">
                <a:solidFill>
                  <a:srgbClr val="64B5F6"/>
                </a:solidFill>
                <a:latin typeface="Calibri"/>
              </a:rPr>
              <a:t>Deep Dive into AI in Healthcare Diagnosis —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AI diagnosis refers to the use of artificial intelligence systems to identify.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In practice, the most relevant distinction … Mar.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The algorithms driving AI in diagnostics, … Sep.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Artificial intelligence can assist providers in a variety of patient care and intelligent health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