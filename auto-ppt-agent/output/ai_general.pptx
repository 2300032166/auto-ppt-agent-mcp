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1F497D"/>
                </a:solidFill>
                <a:latin typeface="Calibri"/>
              </a:defRPr>
            </a:pPr>
            <a:r>
              <a:rPr sz="3600" b="1">
                <a:solidFill>
                  <a:srgbClr val="1F497D"/>
                </a:solidFill>
                <a:latin typeface="Calibri"/>
              </a:rPr>
              <a:t>Artificial Intelligence in Modern World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 b="0">
                <a:solidFill>
                  <a:srgbClr val="595959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97D"/>
                </a:solidFill>
                <a:latin typeface="Calibri"/>
              </a:defRPr>
            </a:pPr>
            <a:r>
              <a:rPr sz="2800" b="1">
                <a:solidFill>
                  <a:srgbClr val="1F497D"/>
                </a:solidFill>
                <a:latin typeface="Calibri"/>
              </a:rPr>
              <a:t>Introduction to Artificial Intelligence in Modern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sz="1800">
                <a:solidFill>
                  <a:srgbClr val="323232"/>
                </a:solidFill>
                <a:latin typeface="Calibri"/>
              </a:rPr>
              <a:t>Artificial Intelligence in Modern World is a transformative field shaping modern technology.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sz="1800">
                <a:solidFill>
                  <a:srgbClr val="323232"/>
                </a:solidFill>
                <a:latin typeface="Calibri"/>
              </a:rPr>
              <a:t>It spans techniques, tools, and frameworks across industries.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sz="1800">
                <a:solidFill>
                  <a:srgbClr val="323232"/>
                </a:solidFill>
                <a:latin typeface="Calibri"/>
              </a:rPr>
              <a:t>Understanding Artificial Intelligence in Modern World is essential for professionals today.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sz="1800">
                <a:solidFill>
                  <a:srgbClr val="323232"/>
                </a:solidFill>
                <a:latin typeface="Calibri"/>
              </a:rPr>
              <a:t>This slide introduces the core ideas behind Artificial Intelligence in Modern World.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9144000" cy="50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97D"/>
                </a:solidFill>
                <a:latin typeface="Calibri"/>
              </a:defRPr>
            </a:pPr>
            <a:r>
              <a:rPr sz="2800" b="1">
                <a:solidFill>
                  <a:srgbClr val="1F497D"/>
                </a:solidFill>
                <a:latin typeface="Calibri"/>
              </a:rPr>
              <a:t>Background and History of Artificial Intelligence in Modern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sz="1800">
                <a:solidFill>
                  <a:srgbClr val="323232"/>
                </a:solidFill>
                <a:latin typeface="Calibri"/>
              </a:rPr>
              <a:t>Artificial Intelligence in Modern World has evolved significantly over recent decades.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sz="1800">
                <a:solidFill>
                  <a:srgbClr val="323232"/>
                </a:solidFill>
                <a:latin typeface="Calibri"/>
              </a:rPr>
              <a:t>Early research laid foundational principles still used today.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sz="1800">
                <a:solidFill>
                  <a:srgbClr val="323232"/>
                </a:solidFill>
                <a:latin typeface="Calibri"/>
              </a:rPr>
              <a:t>Key milestones shaped the current state of Artificial Intelligence in Modern World.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sz="1800">
                <a:solidFill>
                  <a:srgbClr val="323232"/>
                </a:solidFill>
                <a:latin typeface="Calibri"/>
              </a:rPr>
              <a:t>Historical context helps explain why Artificial Intelligence in Modern World matters now.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9144000" cy="50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97D"/>
                </a:solidFill>
                <a:latin typeface="Calibri"/>
              </a:defRPr>
            </a:pPr>
            <a:r>
              <a:rPr sz="2800" b="1">
                <a:solidFill>
                  <a:srgbClr val="1F497D"/>
                </a:solidFill>
                <a:latin typeface="Calibri"/>
              </a:rPr>
              <a:t>Core Concepts of Artificial Intelligence in Modern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sz="1800">
                <a:solidFill>
                  <a:srgbClr val="323232"/>
                </a:solidFill>
                <a:latin typeface="Calibri"/>
              </a:rPr>
              <a:t>Core principles of Artificial Intelligence in Modern World focus on efficiency and precision.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sz="1800">
                <a:solidFill>
                  <a:srgbClr val="323232"/>
                </a:solidFill>
                <a:latin typeface="Calibri"/>
              </a:rPr>
              <a:t>Fundamental models define how data and systems interact.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sz="1800">
                <a:solidFill>
                  <a:srgbClr val="323232"/>
                </a:solidFill>
                <a:latin typeface="Calibri"/>
              </a:rPr>
              <a:t>Key terminology includes algorithms, frameworks, and protocols.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sz="1800">
                <a:solidFill>
                  <a:srgbClr val="323232"/>
                </a:solidFill>
                <a:latin typeface="Calibri"/>
              </a:rPr>
              <a:t>Mastering these concepts is critical to applying Artificial Intelligence in Modern World.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9144000" cy="50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97D"/>
                </a:solidFill>
                <a:latin typeface="Calibri"/>
              </a:defRPr>
            </a:pPr>
            <a:r>
              <a:rPr sz="2800" b="1">
                <a:solidFill>
                  <a:srgbClr val="1F497D"/>
                </a:solidFill>
                <a:latin typeface="Calibri"/>
              </a:rPr>
              <a:t>Applications and Benefits of Artificial Intelligence in Modern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sz="1800">
                <a:solidFill>
                  <a:srgbClr val="323232"/>
                </a:solidFill>
                <a:latin typeface="Calibri"/>
              </a:rPr>
              <a:t>Artificial Intelligence in Modern World is applied in healthcare, finance, and education.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sz="1800">
                <a:solidFill>
                  <a:srgbClr val="323232"/>
                </a:solidFill>
                <a:latin typeface="Calibri"/>
              </a:rPr>
              <a:t>Organisations use Artificial Intelligence in Modern World to improve decisions and cut costs.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sz="1800">
                <a:solidFill>
                  <a:srgbClr val="323232"/>
                </a:solidFill>
                <a:latin typeface="Calibri"/>
              </a:rPr>
              <a:t>Real-world deployments show measurable performance gains.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sz="1800">
                <a:solidFill>
                  <a:srgbClr val="323232"/>
                </a:solidFill>
                <a:latin typeface="Calibri"/>
              </a:rPr>
              <a:t>Artificial Intelligence in Modern World enables automation, scalability, and accuracy.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9144000" cy="50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97D"/>
                </a:solidFill>
                <a:latin typeface="Calibri"/>
              </a:defRPr>
            </a:pPr>
            <a:r>
              <a:rPr sz="2800" b="1">
                <a:solidFill>
                  <a:srgbClr val="1F497D"/>
                </a:solidFill>
                <a:latin typeface="Calibri"/>
              </a:rPr>
              <a:t>Future of Artificial Intelligence in Modern World and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sz="1800">
                <a:solidFill>
                  <a:srgbClr val="323232"/>
                </a:solidFill>
                <a:latin typeface="Calibri"/>
              </a:rPr>
              <a:t>The future of Artificial Intelligence in Modern World is driven by research and investment.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sz="1800">
                <a:solidFill>
                  <a:srgbClr val="323232"/>
                </a:solidFill>
                <a:latin typeface="Calibri"/>
              </a:rPr>
              <a:t>Emerging trends include automation, personalisation, and scale.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sz="1800">
                <a:solidFill>
                  <a:srgbClr val="323232"/>
                </a:solidFill>
                <a:latin typeface="Calibri"/>
              </a:rPr>
              <a:t>Ethical frameworks will guide responsible adoption of Artificial Intelligence in Modern World.</a:t>
            </a:r>
          </a:p>
          <a:p>
            <a:pPr>
              <a:defRPr sz="1800">
                <a:solidFill>
                  <a:srgbClr val="323232"/>
                </a:solidFill>
                <a:latin typeface="Calibri"/>
              </a:defRPr>
            </a:pPr>
            <a:r>
              <a:rPr sz="1800">
                <a:solidFill>
                  <a:srgbClr val="323232"/>
                </a:solidFill>
                <a:latin typeface="Calibri"/>
              </a:rPr>
              <a:t>Artificial Intelligence in Modern World is set to reshape industries in the coming decade.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9144000" cy="50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